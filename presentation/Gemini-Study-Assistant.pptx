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9e661847574ad1" /><Relationship Type="http://schemas.openxmlformats.org/officeDocument/2006/relationships/extended-properties" Target="/docProps/app.xml" Id="Rdc5b57757d20447d" /><Relationship Type="http://schemas.openxmlformats.org/officeDocument/2006/relationships/officeDocument" Target="/ppt/presentation.xml" Id="Rcb8b254a002a41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8bd3b7ebe4c37"/>
  </p:sldMasterIdLst>
  <p:notesMasterIdLst>
    <p:notesMasterId xmlns:r="http://schemas.openxmlformats.org/officeDocument/2006/relationships" r:id="R8cde2620b2fb42cc"/>
  </p:notesMasterIdLst>
  <p:sldIdLst>
    <p:sldId xmlns:r="http://schemas.openxmlformats.org/officeDocument/2006/relationships" id="256" r:id="R0e5a6801836d4955"/>
    <p:sldId xmlns:r="http://schemas.openxmlformats.org/officeDocument/2006/relationships" id="257" r:id="Rad4b57ce162e4a9a"/>
    <p:sldId xmlns:r="http://schemas.openxmlformats.org/officeDocument/2006/relationships" id="258" r:id="Rdaa2741231d2477b"/>
    <p:sldId xmlns:r="http://schemas.openxmlformats.org/officeDocument/2006/relationships" id="259" r:id="Rb3eb1322e490427e"/>
    <p:sldId xmlns:r="http://schemas.openxmlformats.org/officeDocument/2006/relationships" id="260" r:id="Rae41ec5a44634d39"/>
    <p:sldId xmlns:r="http://schemas.openxmlformats.org/officeDocument/2006/relationships" id="261" r:id="R23ad0a943423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6ec404354477e" /><Relationship Type="http://schemas.openxmlformats.org/officeDocument/2006/relationships/slideMaster" Target="/ppt/slideMasters/slideMaster1.xml" Id="R3498bd3b7ebe4c37" /><Relationship Type="http://schemas.openxmlformats.org/officeDocument/2006/relationships/notesMaster" Target="/ppt/notesMasters/notesMaster1.xml" Id="R8cde2620b2fb42cc" /><Relationship Type="http://schemas.openxmlformats.org/officeDocument/2006/relationships/presProps" Target="/ppt/presProps.xml" Id="R8ae73a44f9614aac" /><Relationship Type="http://schemas.openxmlformats.org/officeDocument/2006/relationships/tableStyles" Target="/ppt/tableStyles.xml" Id="R18011e87babc464c" /><Relationship Type="http://schemas.openxmlformats.org/officeDocument/2006/relationships/slide" Target="/ppt/slides/slide1.xml" Id="R0e5a6801836d4955" /><Relationship Type="http://schemas.openxmlformats.org/officeDocument/2006/relationships/slide" Target="/ppt/slides/slide2.xml" Id="Rad4b57ce162e4a9a" /><Relationship Type="http://schemas.openxmlformats.org/officeDocument/2006/relationships/slide" Target="/ppt/slides/slide3.xml" Id="Rdaa2741231d2477b" /><Relationship Type="http://schemas.openxmlformats.org/officeDocument/2006/relationships/slide" Target="/ppt/slides/slide4.xml" Id="Rb3eb1322e490427e" /><Relationship Type="http://schemas.openxmlformats.org/officeDocument/2006/relationships/slide" Target="/ppt/slides/slide5.xml" Id="Rae41ec5a44634d39" /><Relationship Type="http://schemas.openxmlformats.org/officeDocument/2006/relationships/slide" Target="/ppt/slides/slide6.xml" Id="R23ad0a943423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bb43e3967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de020a4fe4625" /><Relationship Type="http://schemas.openxmlformats.org/officeDocument/2006/relationships/notesMaster" Target="/ppt/notesMasters/notesMaster1.xml" Id="R4cef5d61e467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fd906ef554c2f" /><Relationship Type="http://schemas.openxmlformats.org/officeDocument/2006/relationships/notesMaster" Target="/ppt/notesMasters/notesMaster1.xml" Id="R8810b4b430bb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e7cd10752f45ae" /><Relationship Type="http://schemas.openxmlformats.org/officeDocument/2006/relationships/notesMaster" Target="/ppt/notesMasters/notesMaster1.xml" Id="Ra3b0e11387ea4f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c82e194af4725" /><Relationship Type="http://schemas.openxmlformats.org/officeDocument/2006/relationships/notesMaster" Target="/ppt/notesMasters/notesMaster1.xml" Id="R35e6cba86c7f45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e020b224b4976" /><Relationship Type="http://schemas.openxmlformats.org/officeDocument/2006/relationships/notesMaster" Target="/ppt/notesMasters/notesMaster1.xml" Id="R62ea9a3cf55a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2f6bf38c0d4473" /><Relationship Type="http://schemas.openxmlformats.org/officeDocument/2006/relationships/notesMaster" Target="/ppt/notesMasters/notesMaster1.xml" Id="R7a6ee21bb2a949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Autores: Lucas Cabrio - 04723-133 e Paulo Esteves - 04723-090. Apresentação do produto acadêmico Gemini Study Assistant. O projeto integra React Native/Expo Web, API própria Node.js/Express e Google Gemini.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interface permite inserir conteúdo, escolher uma atividade e gerar material de estudo. O quiz revela correção e justificativa após a seleção. Imagem: docs/screenshots/01-inicio.png, captura real da interface Expo Web validada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Arquitetura documentada em docs/architecture.md. A API normaliza o conteúdo, limita as solicitações e valida entrada e saída com Zod. A chave fica somente no ambiente do backend. As quantidades se aplicam a revisão e quiz. O SDK tem timeout de 30 segundos e sinal de cancelamento de 32 segundos; o frontend limita a espera a 38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Integração real por meio do SDK oficial @google/genai. O backend pede JSON Schema e verifica o resultado com Zod, incluindo quantidade de questões e alternativas distintas. Código: backend/src/gemini.ts e backend/src/study.ts. Modelo disponível e testado no projeto: gemini-3.1-flash-lite. Documentação oficial: https://ai.google.dev/gemini-api/docs/pricing#gemini-3.1-flash-lite e https://ai.google.dev/gemini-api/docs/structured-output.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reais produzidas pelo QA no Chrome, com respostas da integração Google Gemini: docs/screenshots/07-resumo-detalhe.png e docs/screenshots/06-quiz-detalhe.png. O segundo recorte mostra a primeira questão e o feedback correto. A aplicação também apresenta erros, gabarito, pontuação final e reinício do quiz.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Evidências: docs/qa.md. Os testes unitários e HTTP usam mocks; as quatro atividades foram testadas separadamente com Gemini real no navegador. Tecnologias: React Native, Expo, TypeScript, Express, Zod, SDK @google/genai, Vitest, Supertest e Playwright. Histórico e acompanhamento são possibilidades futuras, não funcionalidades implementadas. O projeto não inclui autenticação ou persistência e não teve validação em dispositivos Android/iOS físicos.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234809b8048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acabb56fa4b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61cdb1baf47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5240a0c8b4e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69dc098f24d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549972c2b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35DCDD-CE3E-4FFE-BD79-2F5031290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36EDED-4C41-4A51-9010-27DF316EE0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9DAC23-775A-447D-B817-71A9CA9D8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98F889-20BE-413B-A574-6C7F9041A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399154-B3E8-4102-B8B4-1DFF5E2FC5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C8D397-B2D0-47BF-A947-45CE24FF8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5BE58D-8DB6-4E1F-96BA-DB01C5E47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29F4A9-C106-48A7-8443-B3E52FD65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516906-F077-4233-9AC4-6E50C2AF6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12FE3-0A72-4ECE-928C-EF13DBDEF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9ed8ead53e495b" /><Relationship Type="http://schemas.openxmlformats.org/officeDocument/2006/relationships/slideLayout" Target="/ppt/slideLayouts/slideLayout1.xml" Id="R7c5d28bd431249c2" /><Relationship Type="http://schemas.openxmlformats.org/officeDocument/2006/relationships/slideLayout" Target="/ppt/slideLayouts/slideLayout2.xml" Id="R610f3b87b13b49ee" /><Relationship Type="http://schemas.openxmlformats.org/officeDocument/2006/relationships/slideLayout" Target="/ppt/slideLayouts/slideLayout3.xml" Id="Rbee8a868e71640db" /><Relationship Type="http://schemas.openxmlformats.org/officeDocument/2006/relationships/slideLayout" Target="/ppt/slideLayouts/slideLayout4.xml" Id="R292a5fbb0e7d431b" /><Relationship Type="http://schemas.openxmlformats.org/officeDocument/2006/relationships/slideLayout" Target="/ppt/slideLayouts/slideLayout5.xml" Id="Rc042905d5e8e45c2" /><Relationship Type="http://schemas.openxmlformats.org/officeDocument/2006/relationships/slideLayout" Target="/ppt/slideLayouts/slideLayout6.xml" Id="R59fab2c5057449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d28bd431249c2"/>
    <p:sldLayoutId xmlns:r="http://schemas.openxmlformats.org/officeDocument/2006/relationships" id="2147483650" r:id="R610f3b87b13b49ee"/>
    <p:sldLayoutId xmlns:r="http://schemas.openxmlformats.org/officeDocument/2006/relationships" id="2147483651" r:id="Rbee8a868e71640db"/>
    <p:sldLayoutId xmlns:r="http://schemas.openxmlformats.org/officeDocument/2006/relationships" id="2147483652" r:id="R292a5fbb0e7d431b"/>
    <p:sldLayoutId xmlns:r="http://schemas.openxmlformats.org/officeDocument/2006/relationships" id="2147483653" r:id="Rc042905d5e8e45c2"/>
    <p:sldLayoutId xmlns:r="http://schemas.openxmlformats.org/officeDocument/2006/relationships" id="2147483654" r:id="R59fab2c5057449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71be18b314921" /><Relationship Type="http://schemas.openxmlformats.org/officeDocument/2006/relationships/notesSlide" Target="/ppt/notesSlides/notesSlide1.xml" Id="R68a4af3e35b6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f7cc751094e04" /><Relationship Type="http://schemas.openxmlformats.org/officeDocument/2006/relationships/image" Target="/ppt/media/image.png" Id="Rdc32b37f93f54636" /><Relationship Type="http://schemas.openxmlformats.org/officeDocument/2006/relationships/notesSlide" Target="/ppt/notesSlides/notesSlide2.xml" Id="R2f04457bb559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5451244fd42ed" /><Relationship Type="http://schemas.openxmlformats.org/officeDocument/2006/relationships/notesSlide" Target="/ppt/notesSlides/notesSlide3.xml" Id="R70bb562c8d51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c160c68384f3d" /><Relationship Type="http://schemas.openxmlformats.org/officeDocument/2006/relationships/notesSlide" Target="/ppt/notesSlides/notesSlide4.xml" Id="Rf73805cca00f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55d1487174205" /><Relationship Type="http://schemas.openxmlformats.org/officeDocument/2006/relationships/image" Target="/ppt/media/image2.png" Id="Re4bbbc3731434bcc" /><Relationship Type="http://schemas.openxmlformats.org/officeDocument/2006/relationships/image" Target="/ppt/media/image3.png" Id="R308afafa07624ab8" /><Relationship Type="http://schemas.openxmlformats.org/officeDocument/2006/relationships/notesSlide" Target="/ppt/notesSlides/notesSlide5.xml" Id="R86463a6d6d2e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34700d1614a6f" /><Relationship Type="http://schemas.openxmlformats.org/officeDocument/2006/relationships/notesSlide" Target="/ppt/notesSlides/notesSlide6.xml" Id="R5f102bde7fe7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62A84-784F-4943-9D8D-619F9863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40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40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Gemini Study</a:t>
            </a:r>
          </a:p>
          <a:p xmlns:a="http://schemas.openxmlformats.org/drawingml/2006/main">
            <a:pPr>
              <a:buNone/>
              <a:defRPr sz="540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84E56-10A2-4857-8378-060E5AC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5680"/>
                </a:solidFill>
                <a:latin typeface="Arial"/>
                <a:ea typeface="Arial"/>
                <a:cs typeface="Arial"/>
              </a:rPr>
              <a:t>Produto com integração à API Gemini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26C58-7020-45A5-8EFE-D10A05B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Lucas Cabrio - 04723-133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Paulo Esteves - 04723-090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5914-CC58-410D-86AD-0E860AC7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Projeto acadêmico</a:t>
            </a:r>
          </a:p>
        </p:txBody>
      </p:sp>
    </p:spTree>
    <p:extLst>
      <p:ext uri="{BB962C8B-B14F-4D97-AF65-F5344CB8AC3E}">
        <p14:creationId xmlns:p14="http://schemas.microsoft.com/office/powerpoint/2010/main" val="1508320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8D8F5-946E-493F-A1EF-68666B67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Conceito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F3E23-337B-43B8-9121-562AC415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8451-72AE-4C70-B7E0-5CE11776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Organizar anotações e preparar</a:t>
            </a:r>
          </a:p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atividades de revisão exige tempo.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18E3-01D7-453D-AA04-56A3C836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Proposta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7752-5D6D-46A5-AE8D-FB51FF3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Transformar textos e temas em</a:t>
            </a:r>
          </a:p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material de estudo estruturado.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C1C75-8DEF-4F2D-8835-BBCE4C2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238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Resumo e explicação</a:t>
            </a:r>
          </a:p>
          <a:p xmlns:a="http://schemas.openxmlformats.org/drawingml/2006/main">
            <a:pPr>
              <a:buNone/>
              <a:defRPr sz="1950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Questões de revisão e quiz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1E429-EE87-47D5-986D-2DC56DCF1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2b37f93f54636"/>
          <a:stretch xmlns:a="http://schemas.openxmlformats.org/drawingml/2006/main"/>
        </p:blipFill>
        <p:spPr>
          <a:xfrm xmlns:a="http://schemas.openxmlformats.org/drawingml/2006/main">
            <a:off x="5243593" y="1381125"/>
            <a:ext cx="6276814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4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D25CB-3422-4EFD-8F6B-1E70E664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Arquitetura da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3FF10-7F8F-46A1-BF3E-521AB87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Três camadas com responsabilidades definidas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CAA3F-8A5C-4A2E-B67C-34FB455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9EBCB-A709-46B3-BE56-DC7DD58C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React Native / Expo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6A1D0-49F1-42B2-9D91-72B0749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Interface web responsiva</a:t>
            </a:r>
          </a:p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Estado e interação do quiz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2A821-E448-4D06-9695-0FC987A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5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FC189-B10F-47FC-A49D-BB604C4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907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Node.js / Express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4B1C3-B588-44E1-87F0-5A47CB6A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86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API própria em TypeScript</a:t>
            </a:r>
          </a:p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Validação e erros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E26E6-5CDB-4269-8836-0F3AA09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9E0EF-3030-4C10-B5E0-F5D0B710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Google Gemini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3302E-980C-4951-A9C9-AD7C6AC4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Geração de conteúdo</a:t>
            </a:r>
          </a:p>
          <a:p xmlns:a="http://schemas.openxmlformats.org/drawingml/2006/main">
            <a:pPr>
              <a:buNone/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Respostas em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98FE6-64DD-467B-A7DC-F43B2655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6700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568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E880A-500D-4FFA-9841-C6E7699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0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568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CB42C-4400-400A-820C-9C2BF8D3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Regras da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DED56-4681-4D67-913B-A29648CA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42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20 a 12.000</a:t>
            </a:r>
          </a:p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caracteres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63016-AD1C-4883-A61E-60F6FC3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96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2 a 5</a:t>
            </a:r>
          </a:p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perguntas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2CF17-CB6D-4927-82B9-11AEB47A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96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4 alternativas</a:t>
            </a:r>
          </a:p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por questão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649AB-7A55-4240-9220-0DE2A3E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019675"/>
            <a:ext cx="2371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30 segundos</a:t>
            </a:r>
          </a:p>
          <a:p xmlns:a="http://schemas.openxmlformats.org/drawingml/2006/main">
            <a:pPr>
              <a:buNone/>
              <a:defRPr sz="1950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de timeout no SDK</a:t>
            </a:r>
          </a:p>
        </p:txBody>
      </p:sp>
    </p:spTree>
    <p:extLst>
      <p:ext uri="{BB962C8B-B14F-4D97-AF65-F5344CB8AC3E}">
        <p14:creationId xmlns:p14="http://schemas.microsoft.com/office/powerpoint/2010/main" val="1423119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4C7CF-2515-4D32-A796-958EE74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Integração com Gemini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FE69F-3A62-458E-BE37-095EC03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AA793-CA89-47AE-B46B-F37AAAA8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48590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Usuário informa o conteúdo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13A25-C02E-4FA1-8971-03AF66C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DBE37-E622-4AFF-A8D8-4219AC6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1455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Frontend chama nossa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C92B-E210-4F0D-B102-EFB5BC1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62A32-8B82-4D8E-98B3-27148C83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4320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Backend valida a 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5D57A-2D18-4BA5-94A9-584721C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68522-7EEF-4881-BF59-36DFD7BB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7185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Backend monta o prompt da atividade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91713-AE6C-437D-BD03-D322504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504DB-257B-4CDA-9028-361AD8E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0050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Gemini gera a resposta em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BEE9C-B392-41D0-BC42-25A7F16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C516A-5759-479C-8FD6-EBF29587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2915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Backend verifica o 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04EAA-4C7C-45D7-823F-666AF41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3BE30-8C22-46AC-AB69-17E06530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Frontend apresenta o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41C56-6B80-4857-9D2C-F5CC012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383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Gemini 3.1 Flash-Lite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12634-D38B-45DF-AFB8-E70B99F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Prompts específicos para</a:t>
            </a:r>
          </a:p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cada atividade de estudo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C975F-7FCB-42DA-B1FF-D7BF0D3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1955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Português brasileiro</a:t>
            </a:r>
          </a:p>
          <a:p xmlns:a="http://schemas.openxmlformats.org/drawingml/2006/main">
            <a:pPr>
              <a:buNone/>
              <a:defRPr sz="187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e estrutura previsível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25794-30F3-4DE9-BD17-D8D1DAB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768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Chave somente</a:t>
            </a:r>
          </a:p>
          <a:p xmlns:a="http://schemas.openxmlformats.org/drawingml/2006/main">
            <a:pPr>
              <a:buNone/>
              <a:defRPr sz="187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no backend</a:t>
            </a:r>
          </a:p>
        </p:txBody>
      </p:sp>
    </p:spTree>
    <p:extLst>
      <p:ext uri="{BB962C8B-B14F-4D97-AF65-F5344CB8AC3E}">
        <p14:creationId xmlns:p14="http://schemas.microsoft.com/office/powerpoint/2010/main" val="479185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149A1-E25C-4348-89ED-F78717CB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Demonstração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D21BC-C3CE-4AF0-8477-AABF4E8F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Resumo do conteúdo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D1334-B300-4785-AFFF-0F89E27F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28725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Quiz com correção e explicação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DC3F1-A466-4908-ACAB-CE85D285A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bc3731434bcc"/>
          <a:stretch xmlns:a="http://schemas.openxmlformats.org/drawingml/2006/main"/>
        </p:blipFill>
        <p:spPr>
          <a:xfrm xmlns:a="http://schemas.openxmlformats.org/drawingml/2006/main">
            <a:off x="816686" y="1876425"/>
            <a:ext cx="4805529" cy="42862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3A295-9335-476C-9848-1365255D7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afafa07624ab8"/>
          <a:srcRect xmlns:a="http://schemas.openxmlformats.org/drawingml/2006/main" l="0" t="0" r="0" b="59200"/>
          <a:stretch xmlns:a="http://schemas.openxmlformats.org/drawingml/2006/main"/>
        </p:blipFill>
        <p:spPr>
          <a:xfrm xmlns:a="http://schemas.openxmlformats.org/drawingml/2006/main">
            <a:off x="6457950" y="1876425"/>
            <a:ext cx="512445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81626-5B7B-45FC-BCCD-6AAFAE6D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Capturas reais com respostas do Gemini</a:t>
            </a:r>
          </a:p>
        </p:txBody>
      </p:sp>
    </p:spTree>
    <p:extLst>
      <p:ext uri="{BB962C8B-B14F-4D97-AF65-F5344CB8AC3E}">
        <p14:creationId xmlns:p14="http://schemas.microsoft.com/office/powerpoint/2010/main" val="1407419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34F9C-85D5-4217-83CC-2662FC2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C2D3F"/>
                </a:solidFill>
                <a:latin typeface="Arial"/>
                <a:ea typeface="Arial"/>
                <a:cs typeface="Arial"/>
              </a:rPr>
              <a:t>Resultado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E7837-FB80-4A10-96DB-A571A8D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Produto implementado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29BED-745A-437E-AEC9-A34D8E5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Quatro atividades de estudo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Frontend Expo e API própria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Integração real com Gemini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697E6-5D13-4C9C-B139-CCE050A7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F9FF0-74ED-40E0-A482-41485C4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81225"/>
            <a:ext cx="4972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48 testes do backend aprovados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TypeScript e builds verificados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Fluxos reais no navegador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496A6-0F65-4A9B-8D80-5C2441E1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Contribuição da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70547-220B-4B63-99AE-2BC022A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Síntese do material e revisão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com feedback imediato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A52A8-8CB1-4168-AF99-E15DBA3A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456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5680"/>
                </a:solidFill>
                <a:latin typeface="Arial"/>
                <a:ea typeface="Arial"/>
                <a:cs typeface="Arial"/>
              </a:rPr>
              <a:t>Evoluções possíveis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53945-960B-4AA8-9978-4D30B20F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91075"/>
            <a:ext cx="4972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Histórico de atividades</a:t>
            </a:r>
          </a:p>
          <a:p xmlns:a="http://schemas.openxmlformats.org/drawingml/2006/main">
            <a:pPr>
              <a:buNone/>
              <a:defRPr sz="2025" b="0">
                <a:solidFill>
                  <a:srgbClr val="1C2D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2D3F"/>
                </a:solidFill>
                <a:latin typeface="Arial"/>
                <a:ea typeface="Arial"/>
                <a:cs typeface="Arial"/>
              </a:rPr>
              <a:t>Acompanhamento do estudo</a:t>
            </a:r>
          </a:p>
        </p:txBody>
      </p:sp>
    </p:spTree>
    <p:extLst>
      <p:ext uri="{BB962C8B-B14F-4D97-AF65-F5344CB8AC3E}">
        <p14:creationId xmlns:p14="http://schemas.microsoft.com/office/powerpoint/2010/main" val="1660930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2026-10-04T19:46:49.4040000Z</dcterms:created>
  <dcterms:modified xsi:type="dcterms:W3CDTF">2026-10-04T19:46:49.4040000Z</dcterms:modified>
</coreProperties>
</file>